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7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9144000" cy="5143500" type="screen16x9"/>
  <p:notesSz cx="6858000" cy="9144000"/>
  <p:embeddedFontLst>
    <p:embeddedFont>
      <p:font typeface="Montserrat" panose="020B0604020202020204" charset="0"/>
      <p:regular r:id="rId18"/>
      <p:bold r:id="rId19"/>
      <p:italic r:id="rId20"/>
      <p:boldItalic r:id="rId21"/>
    </p:embeddedFont>
    <p:embeddedFont>
      <p:font typeface="Mulish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3E96BA-2023-4037-BA2F-9C0ED063BDBD}">
  <a:tblStyle styleId="{3C3E96BA-2023-4037-BA2F-9C0ED063BD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F66E3D-8149-4F91-BC3B-CBADC92A40D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5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401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877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678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9810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98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791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506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614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1898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1478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6863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6282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770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3def4f54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3def4f54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368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/>
          <p:nvPr/>
        </p:nvSpPr>
        <p:spPr>
          <a:xfrm rot="10800000" flipH="1">
            <a:off x="7454900" y="3693025"/>
            <a:ext cx="2406300" cy="240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/>
          <p:nvPr/>
        </p:nvSpPr>
        <p:spPr>
          <a:xfrm rot="10800000" flipH="1">
            <a:off x="0" y="2075400"/>
            <a:ext cx="5823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rot="10800000" flipH="1">
            <a:off x="-868950" y="-1282800"/>
            <a:ext cx="2406300" cy="240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 rot="10800000" flipH="1">
            <a:off x="8561675" y="0"/>
            <a:ext cx="5823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/>
          <p:nvPr/>
        </p:nvSpPr>
        <p:spPr>
          <a:xfrm flipH="1">
            <a:off x="202200" y="179550"/>
            <a:ext cx="8739600" cy="478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2095650" y="947100"/>
            <a:ext cx="4952700" cy="32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cxnSp>
        <p:nvCxnSpPr>
          <p:cNvPr id="83" name="Google Shape;83;p8"/>
          <p:cNvCxnSpPr/>
          <p:nvPr/>
        </p:nvCxnSpPr>
        <p:spPr>
          <a:xfrm>
            <a:off x="7295725" y="76200"/>
            <a:ext cx="1049700" cy="104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8"/>
          <p:cNvCxnSpPr/>
          <p:nvPr/>
        </p:nvCxnSpPr>
        <p:spPr>
          <a:xfrm>
            <a:off x="722375" y="307926"/>
            <a:ext cx="0" cy="173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" name="Google Shape;85;p8"/>
          <p:cNvGrpSpPr/>
          <p:nvPr/>
        </p:nvGrpSpPr>
        <p:grpSpPr>
          <a:xfrm>
            <a:off x="7882850" y="4604000"/>
            <a:ext cx="538774" cy="61500"/>
            <a:chOff x="6566675" y="-61500"/>
            <a:chExt cx="538774" cy="61500"/>
          </a:xfrm>
        </p:grpSpPr>
        <p:sp>
          <p:nvSpPr>
            <p:cNvPr id="86" name="Google Shape;86;p8"/>
            <p:cNvSpPr/>
            <p:nvPr/>
          </p:nvSpPr>
          <p:spPr>
            <a:xfrm>
              <a:off x="6566675" y="-61500"/>
              <a:ext cx="61500" cy="61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6805312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7043949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9" name="Google Shape;89;p8"/>
          <p:cNvCxnSpPr/>
          <p:nvPr/>
        </p:nvCxnSpPr>
        <p:spPr>
          <a:xfrm>
            <a:off x="798575" y="4033709"/>
            <a:ext cx="1049700" cy="104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7454900" y="-1282800"/>
            <a:ext cx="2406300" cy="240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-868950" y="3693025"/>
            <a:ext cx="2406300" cy="240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8561675" y="2075400"/>
            <a:ext cx="5823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0" y="0"/>
            <a:ext cx="5823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202200" y="179550"/>
            <a:ext cx="8739600" cy="478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" name="Google Shape;96;p9"/>
          <p:cNvCxnSpPr/>
          <p:nvPr/>
        </p:nvCxnSpPr>
        <p:spPr>
          <a:xfrm>
            <a:off x="722375" y="3118800"/>
            <a:ext cx="0" cy="173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9"/>
          <p:cNvCxnSpPr/>
          <p:nvPr/>
        </p:nvCxnSpPr>
        <p:spPr>
          <a:xfrm flipH="1">
            <a:off x="798575" y="73809"/>
            <a:ext cx="1049700" cy="104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9"/>
          <p:cNvCxnSpPr/>
          <p:nvPr/>
        </p:nvCxnSpPr>
        <p:spPr>
          <a:xfrm flipH="1">
            <a:off x="7295725" y="4017600"/>
            <a:ext cx="1049700" cy="104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" name="Google Shape;99;p9"/>
          <p:cNvGrpSpPr/>
          <p:nvPr/>
        </p:nvGrpSpPr>
        <p:grpSpPr>
          <a:xfrm>
            <a:off x="7882850" y="478000"/>
            <a:ext cx="538774" cy="61500"/>
            <a:chOff x="6566675" y="-61500"/>
            <a:chExt cx="538774" cy="61500"/>
          </a:xfrm>
        </p:grpSpPr>
        <p:sp>
          <p:nvSpPr>
            <p:cNvPr id="100" name="Google Shape;100;p9"/>
            <p:cNvSpPr/>
            <p:nvPr/>
          </p:nvSpPr>
          <p:spPr>
            <a:xfrm>
              <a:off x="6566675" y="-61500"/>
              <a:ext cx="61500" cy="61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805312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7043949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2549400" y="1577100"/>
            <a:ext cx="40452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subTitle" idx="1"/>
          </p:nvPr>
        </p:nvSpPr>
        <p:spPr>
          <a:xfrm>
            <a:off x="2549400" y="233130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/>
          <p:nvPr/>
        </p:nvSpPr>
        <p:spPr>
          <a:xfrm>
            <a:off x="294325" y="0"/>
            <a:ext cx="2880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561675" y="2075400"/>
            <a:ext cx="2880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202200" y="179550"/>
            <a:ext cx="8739600" cy="478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/>
          <p:nvPr/>
        </p:nvSpPr>
        <p:spPr>
          <a:xfrm>
            <a:off x="294325" y="0"/>
            <a:ext cx="2880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8561675" y="2075400"/>
            <a:ext cx="2880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202200" y="179550"/>
            <a:ext cx="8739600" cy="478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54" name="Google Shape;154;p14"/>
          <p:cNvCxnSpPr/>
          <p:nvPr/>
        </p:nvCxnSpPr>
        <p:spPr>
          <a:xfrm>
            <a:off x="722375" y="3118800"/>
            <a:ext cx="0" cy="173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5" name="Google Shape;155;p14"/>
          <p:cNvGrpSpPr/>
          <p:nvPr/>
        </p:nvGrpSpPr>
        <p:grpSpPr>
          <a:xfrm>
            <a:off x="7882850" y="478000"/>
            <a:ext cx="538774" cy="61500"/>
            <a:chOff x="6566675" y="-61500"/>
            <a:chExt cx="538774" cy="61500"/>
          </a:xfrm>
        </p:grpSpPr>
        <p:sp>
          <p:nvSpPr>
            <p:cNvPr id="156" name="Google Shape;156;p14"/>
            <p:cNvSpPr/>
            <p:nvPr/>
          </p:nvSpPr>
          <p:spPr>
            <a:xfrm>
              <a:off x="6566675" y="-61500"/>
              <a:ext cx="61500" cy="61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6805312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7043949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bg>
      <p:bgPr>
        <a:solidFill>
          <a:schemeClr val="lt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/>
          <p:nvPr/>
        </p:nvSpPr>
        <p:spPr>
          <a:xfrm>
            <a:off x="202200" y="179550"/>
            <a:ext cx="8739600" cy="478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5"/>
          <p:cNvSpPr/>
          <p:nvPr/>
        </p:nvSpPr>
        <p:spPr>
          <a:xfrm>
            <a:off x="294325" y="0"/>
            <a:ext cx="2880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8561675" y="2075400"/>
            <a:ext cx="2880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9" name="Google Shape;299;p25"/>
          <p:cNvCxnSpPr/>
          <p:nvPr/>
        </p:nvCxnSpPr>
        <p:spPr>
          <a:xfrm>
            <a:off x="722375" y="3118800"/>
            <a:ext cx="0" cy="173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0" name="Google Shape;300;p25"/>
          <p:cNvGrpSpPr/>
          <p:nvPr/>
        </p:nvGrpSpPr>
        <p:grpSpPr>
          <a:xfrm>
            <a:off x="7882850" y="478000"/>
            <a:ext cx="538774" cy="61500"/>
            <a:chOff x="6566675" y="-61500"/>
            <a:chExt cx="538774" cy="61500"/>
          </a:xfrm>
        </p:grpSpPr>
        <p:sp>
          <p:nvSpPr>
            <p:cNvPr id="301" name="Google Shape;301;p25"/>
            <p:cNvSpPr/>
            <p:nvPr/>
          </p:nvSpPr>
          <p:spPr>
            <a:xfrm>
              <a:off x="6566675" y="-61500"/>
              <a:ext cx="61500" cy="61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6805312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7043949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 rot="10800000" flipH="1">
            <a:off x="7454900" y="3693025"/>
            <a:ext cx="2406300" cy="240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6"/>
          <p:cNvSpPr/>
          <p:nvPr/>
        </p:nvSpPr>
        <p:spPr>
          <a:xfrm rot="10800000" flipH="1">
            <a:off x="-868950" y="-1282800"/>
            <a:ext cx="2406300" cy="240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6"/>
          <p:cNvSpPr/>
          <p:nvPr/>
        </p:nvSpPr>
        <p:spPr>
          <a:xfrm flipH="1">
            <a:off x="8561675" y="0"/>
            <a:ext cx="5823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6"/>
          <p:cNvSpPr/>
          <p:nvPr/>
        </p:nvSpPr>
        <p:spPr>
          <a:xfrm flipH="1">
            <a:off x="25" y="2075400"/>
            <a:ext cx="582300" cy="306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6"/>
          <p:cNvSpPr/>
          <p:nvPr/>
        </p:nvSpPr>
        <p:spPr>
          <a:xfrm flipH="1">
            <a:off x="202200" y="179550"/>
            <a:ext cx="8739600" cy="478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26"/>
          <p:cNvGrpSpPr/>
          <p:nvPr/>
        </p:nvGrpSpPr>
        <p:grpSpPr>
          <a:xfrm>
            <a:off x="7882850" y="4604000"/>
            <a:ext cx="538774" cy="61500"/>
            <a:chOff x="6566675" y="-61500"/>
            <a:chExt cx="538774" cy="61500"/>
          </a:xfrm>
        </p:grpSpPr>
        <p:sp>
          <p:nvSpPr>
            <p:cNvPr id="311" name="Google Shape;311;p26"/>
            <p:cNvSpPr/>
            <p:nvPr/>
          </p:nvSpPr>
          <p:spPr>
            <a:xfrm>
              <a:off x="6566675" y="-61500"/>
              <a:ext cx="61500" cy="61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805312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7043949" y="-61500"/>
              <a:ext cx="61500" cy="61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4" name="Google Shape;314;p26"/>
          <p:cNvCxnSpPr/>
          <p:nvPr/>
        </p:nvCxnSpPr>
        <p:spPr>
          <a:xfrm>
            <a:off x="798575" y="4033709"/>
            <a:ext cx="1049700" cy="104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26"/>
          <p:cNvCxnSpPr/>
          <p:nvPr/>
        </p:nvCxnSpPr>
        <p:spPr>
          <a:xfrm>
            <a:off x="7295725" y="76200"/>
            <a:ext cx="1049700" cy="104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26"/>
          <p:cNvCxnSpPr/>
          <p:nvPr/>
        </p:nvCxnSpPr>
        <p:spPr>
          <a:xfrm>
            <a:off x="722375" y="307926"/>
            <a:ext cx="0" cy="173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8" r:id="rId4"/>
    <p:sldLayoutId id="2147483660" r:id="rId5"/>
    <p:sldLayoutId id="2147483670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704246"/>
            <a:ext cx="7118304" cy="3723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4813" y="1963057"/>
            <a:ext cx="695597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600" dirty="0" err="1"/>
              <a:t>SonarQube</a:t>
            </a:r>
            <a:r>
              <a:rPr lang="en-IN" sz="1600" dirty="0"/>
              <a:t> is an open-source platform developed by </a:t>
            </a:r>
            <a:r>
              <a:rPr lang="en-IN" sz="1600" dirty="0" err="1"/>
              <a:t>SonarSource</a:t>
            </a:r>
            <a:r>
              <a:rPr lang="en-IN" sz="1600" dirty="0"/>
              <a:t> for continuous inspection of code quality. </a:t>
            </a:r>
            <a:endParaRPr lang="en-IN" sz="16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600" dirty="0" smtClean="0"/>
              <a:t>Sonar </a:t>
            </a:r>
            <a:r>
              <a:rPr lang="en-IN" sz="1600" dirty="0"/>
              <a:t>does static code analysis, which provides a detailed report of bugs, code smells, vulnerabilities, code duplications.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16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600" dirty="0" smtClean="0"/>
              <a:t>It </a:t>
            </a:r>
            <a:r>
              <a:rPr lang="en-IN" sz="1600" dirty="0"/>
              <a:t>supports 30+ major programming languages through built-in rulesets and can also be extended with various plugins.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9217" y="665262"/>
            <a:ext cx="2393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err="1">
                <a:latin typeface="Saira"/>
              </a:rPr>
              <a:t>SonarQube</a:t>
            </a:r>
            <a:endParaRPr lang="en-IN" sz="3200" b="1" dirty="0">
              <a:latin typeface="Saira"/>
            </a:endParaRPr>
          </a:p>
        </p:txBody>
      </p:sp>
    </p:spTree>
    <p:extLst>
      <p:ext uri="{BB962C8B-B14F-4D97-AF65-F5344CB8AC3E}">
        <p14:creationId xmlns:p14="http://schemas.microsoft.com/office/powerpoint/2010/main" val="371866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261910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Jenkins </a:t>
            </a:r>
          </a:p>
          <a:p>
            <a:r>
              <a:rPr lang="en-IN" sz="3200" b="1" dirty="0" smtClean="0">
                <a:latin typeface="Saira"/>
              </a:rPr>
              <a:t>Sonar </a:t>
            </a:r>
          </a:p>
          <a:p>
            <a:r>
              <a:rPr lang="en-IN" sz="3200" b="1" dirty="0" smtClean="0">
                <a:latin typeface="Saira"/>
              </a:rPr>
              <a:t>Integration</a:t>
            </a:r>
            <a:endParaRPr lang="en-IN" sz="3200" b="1" dirty="0">
              <a:latin typeface="Sai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9712" y="1907177"/>
            <a:ext cx="46895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Launch a new instance </a:t>
            </a:r>
            <a:r>
              <a:rPr lang="en-IN" dirty="0" smtClean="0"/>
              <a:t>with</a:t>
            </a:r>
            <a:br>
              <a:rPr lang="en-IN" dirty="0" smtClean="0"/>
            </a:br>
            <a:r>
              <a:rPr lang="en-IN" dirty="0" smtClean="0"/>
              <a:t>configuration as: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481" y="260785"/>
            <a:ext cx="4691300" cy="45860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83" y="2715653"/>
            <a:ext cx="3188698" cy="213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2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26191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Setup</a:t>
            </a:r>
            <a:endParaRPr lang="en-IN" sz="3200" b="1" dirty="0">
              <a:latin typeface="Sai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500" y="930698"/>
            <a:ext cx="46895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1. Update the machine.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94500" y="2902020"/>
            <a:ext cx="46895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Install Java 17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237" y="1323613"/>
            <a:ext cx="6514828" cy="1254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237" y="3363686"/>
            <a:ext cx="6532706" cy="115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5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26191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Setup</a:t>
            </a:r>
            <a:endParaRPr lang="en-IN" sz="3200" b="1" dirty="0">
              <a:latin typeface="Sai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3465" y="845560"/>
            <a:ext cx="82143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3. Download </a:t>
            </a:r>
            <a:r>
              <a:rPr lang="en-US" dirty="0" err="1"/>
              <a:t>SonarQube</a:t>
            </a:r>
            <a:r>
              <a:rPr lang="en-US" dirty="0"/>
              <a:t> from:</a:t>
            </a:r>
          </a:p>
          <a:p>
            <a:r>
              <a:rPr lang="en-US" dirty="0"/>
              <a:t>https://www.sonarsource.com/products/sonarqube/downloads/success-download-community-edition</a:t>
            </a:r>
            <a:r>
              <a:rPr lang="en-US" dirty="0" smtClean="0"/>
              <a:t>/</a:t>
            </a:r>
            <a:endParaRPr lang="en-US" dirty="0"/>
          </a:p>
          <a:p>
            <a:r>
              <a:rPr lang="en-US" dirty="0"/>
              <a:t>As:</a:t>
            </a:r>
          </a:p>
          <a:p>
            <a:r>
              <a:rPr lang="en-US" dirty="0" err="1"/>
              <a:t>wget</a:t>
            </a:r>
            <a:r>
              <a:rPr lang="en-US" dirty="0"/>
              <a:t> https://binaries.sonarsource.com/Distribution/sonarqube/sonarqube-10.6.0.92116.zip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31" y="2312126"/>
            <a:ext cx="7586933" cy="225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26191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Setup</a:t>
            </a:r>
            <a:endParaRPr lang="en-IN" sz="3200" b="1" dirty="0">
              <a:latin typeface="Sai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3465" y="845560"/>
            <a:ext cx="82143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3. Unzip it as: </a:t>
            </a:r>
            <a:r>
              <a:rPr lang="en-IN" dirty="0" smtClean="0"/>
              <a:t>unzip </a:t>
            </a:r>
            <a:r>
              <a:rPr lang="en-IN" dirty="0"/>
              <a:t>sonarqube-10.6.0.92116.zip</a:t>
            </a: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153337"/>
            <a:ext cx="6257925" cy="8103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128987"/>
            <a:ext cx="5904684" cy="13035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7488" y="2399134"/>
            <a:ext cx="82143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Rename the file to sonar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80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26191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Setup</a:t>
            </a:r>
            <a:endParaRPr lang="en-IN" sz="3200" b="1" dirty="0">
              <a:latin typeface="Sai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3465" y="845560"/>
            <a:ext cx="82143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3. Run the sonar.sh file from - </a:t>
            </a:r>
            <a:r>
              <a:rPr lang="en-IN" dirty="0"/>
              <a:t>/home/ec2-user/sonar/bin/linux-x86-64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263" y="1253492"/>
            <a:ext cx="4865915" cy="344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26191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Setup</a:t>
            </a:r>
            <a:endParaRPr lang="en-IN" sz="3200" b="1" dirty="0">
              <a:latin typeface="Sai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3465" y="845560"/>
            <a:ext cx="82143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r>
              <a:rPr lang="en-IN" dirty="0"/>
              <a:t>./sonar.sh </a:t>
            </a:r>
            <a:r>
              <a:rPr lang="en-IN" dirty="0" smtClean="0"/>
              <a:t>console   </a:t>
            </a:r>
            <a:r>
              <a:rPr lang="en-IN" dirty="0" smtClean="0">
                <a:sym typeface="Wingdings" panose="05000000000000000000" pitchFamily="2" charset="2"/>
              </a:rPr>
              <a:t> to run sonar </a:t>
            </a:r>
            <a:r>
              <a:rPr lang="en-IN" dirty="0" err="1" smtClean="0">
                <a:sym typeface="Wingdings" panose="05000000000000000000" pitchFamily="2" charset="2"/>
              </a:rPr>
              <a:t>qube</a:t>
            </a:r>
            <a:r>
              <a:rPr lang="en-IN" dirty="0" smtClean="0">
                <a:sym typeface="Wingdings" panose="05000000000000000000" pitchFamily="2" charset="2"/>
              </a:rPr>
              <a:t> and check logs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90" y="1260991"/>
            <a:ext cx="5190922" cy="11340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5390" y="2833292"/>
            <a:ext cx="82143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Check the sonar status on port 9000 </a:t>
            </a:r>
          </a:p>
          <a:p>
            <a:r>
              <a:rPr lang="en-US" dirty="0" smtClean="0"/>
              <a:t>which is the default port for sonar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1" y="1643448"/>
            <a:ext cx="2565626" cy="302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0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48201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Setup on Jenkins</a:t>
            </a:r>
            <a:endParaRPr lang="en-IN" sz="3200" b="1" dirty="0">
              <a:latin typeface="Sai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3465" y="845560"/>
            <a:ext cx="82143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Install </a:t>
            </a:r>
            <a:r>
              <a:rPr lang="en-US" dirty="0" err="1"/>
              <a:t>sonarqube</a:t>
            </a:r>
            <a:r>
              <a:rPr lang="en-US" dirty="0"/>
              <a:t> </a:t>
            </a:r>
            <a:r>
              <a:rPr lang="en-US" dirty="0" smtClean="0"/>
              <a:t>scanner plugin on Jenkins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17" y="1153337"/>
            <a:ext cx="6567418" cy="172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3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6656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Create a project on Sonar </a:t>
            </a:r>
            <a:r>
              <a:rPr lang="en-IN" sz="3200" b="1" dirty="0" err="1" smtClean="0">
                <a:latin typeface="Saira"/>
              </a:rPr>
              <a:t>Qube</a:t>
            </a:r>
            <a:endParaRPr lang="en-IN" sz="3200" b="1" dirty="0">
              <a:latin typeface="Sair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56" y="845560"/>
            <a:ext cx="3399399" cy="11167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702" y="2275651"/>
            <a:ext cx="2588506" cy="25042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889" y="845560"/>
            <a:ext cx="3699360" cy="13303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889" y="2337150"/>
            <a:ext cx="3534592" cy="10785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4609" y="3527765"/>
            <a:ext cx="4437919" cy="118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0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6656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Saira"/>
              </a:rPr>
              <a:t>Create a project on Sonar </a:t>
            </a:r>
            <a:r>
              <a:rPr lang="en-IN" sz="3200" b="1" dirty="0" err="1" smtClean="0">
                <a:latin typeface="Saira"/>
              </a:rPr>
              <a:t>Qube</a:t>
            </a:r>
            <a:endParaRPr lang="en-IN" sz="3200" b="1" dirty="0">
              <a:latin typeface="Sair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773" y="845560"/>
            <a:ext cx="6450467" cy="370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1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66565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latin typeface="Saira"/>
              </a:rPr>
              <a:t>Setup On Jenkins</a:t>
            </a:r>
            <a:endParaRPr lang="en-IN" sz="2800" b="1" dirty="0">
              <a:latin typeface="Sair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88" y="784005"/>
            <a:ext cx="2488202" cy="7039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173" y="409438"/>
            <a:ext cx="2376626" cy="43976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188" y="409438"/>
            <a:ext cx="2198915" cy="439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0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66565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latin typeface="Saira"/>
              </a:rPr>
              <a:t>Setup On Jenkins</a:t>
            </a:r>
            <a:endParaRPr lang="en-IN" sz="2800" b="1" dirty="0">
              <a:latin typeface="Sair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55" y="522395"/>
            <a:ext cx="2765562" cy="414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6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66565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latin typeface="Saira"/>
              </a:rPr>
              <a:t>On Sonar Server</a:t>
            </a:r>
            <a:endParaRPr lang="en-IN" sz="2800" b="1" dirty="0">
              <a:latin typeface="Sair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09" y="906772"/>
            <a:ext cx="5969726" cy="21797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09" y="3209274"/>
            <a:ext cx="5728062" cy="160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5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5390" y="260785"/>
            <a:ext cx="66565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latin typeface="Saira"/>
              </a:rPr>
              <a:t>Check </a:t>
            </a:r>
            <a:r>
              <a:rPr lang="en-IN" sz="2800" b="1" smtClean="0">
                <a:latin typeface="Saira"/>
              </a:rPr>
              <a:t>the Output On </a:t>
            </a:r>
            <a:r>
              <a:rPr lang="en-IN" sz="2800" b="1" dirty="0" smtClean="0">
                <a:latin typeface="Saira"/>
              </a:rPr>
              <a:t>Sonar Server</a:t>
            </a:r>
            <a:endParaRPr lang="en-IN" sz="2800" b="1" dirty="0">
              <a:latin typeface="Sair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223" y="1003399"/>
            <a:ext cx="7159466" cy="394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7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duct Commercialization Project Proposal by Slidesgo">
  <a:themeElements>
    <a:clrScheme name="Simple Light">
      <a:dk1>
        <a:srgbClr val="040404"/>
      </a:dk1>
      <a:lt1>
        <a:srgbClr val="EEEEEE"/>
      </a:lt1>
      <a:dk2>
        <a:srgbClr val="C6C6C6"/>
      </a:dk2>
      <a:lt2>
        <a:srgbClr val="FCA21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040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188</Words>
  <Application>Microsoft Office PowerPoint</Application>
  <PresentationFormat>On-screen Show (16:9)</PresentationFormat>
  <Paragraphs>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Wingdings</vt:lpstr>
      <vt:lpstr>Saira</vt:lpstr>
      <vt:lpstr>Montserrat</vt:lpstr>
      <vt:lpstr>Mulish</vt:lpstr>
      <vt:lpstr>Product Commercialization Project Proposal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 to Learn Exit to Earn</dc:title>
  <cp:lastModifiedBy>sony</cp:lastModifiedBy>
  <cp:revision>66</cp:revision>
  <dcterms:modified xsi:type="dcterms:W3CDTF">2024-09-03T17:38:21Z</dcterms:modified>
</cp:coreProperties>
</file>